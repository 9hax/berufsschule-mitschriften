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889" autoAdjust="0"/>
    <p:restoredTop sz="94660"/>
  </p:normalViewPr>
  <p:slideViewPr>
    <p:cSldViewPr snapToGrid="0">
      <p:cViewPr>
        <p:scale>
          <a:sx n="100" d="100"/>
          <a:sy n="100" d="100"/>
        </p:scale>
        <p:origin x="4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smtClean="0"/>
              <a:t>Formatvorlage des Untertitelmasters durch Klicken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5114B-8BE4-493B-8506-1AFFFD01CB6F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D3D3DE-6B5D-4D4E-90E5-294F8EA8DA8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6936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5114B-8BE4-493B-8506-1AFFFD01CB6F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D3D3DE-6B5D-4D4E-90E5-294F8EA8DA8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0647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5114B-8BE4-493B-8506-1AFFFD01CB6F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D3D3DE-6B5D-4D4E-90E5-294F8EA8DA8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86516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5114B-8BE4-493B-8506-1AFFFD01CB6F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D3D3DE-6B5D-4D4E-90E5-294F8EA8DA8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67913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5114B-8BE4-493B-8506-1AFFFD01CB6F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D3D3DE-6B5D-4D4E-90E5-294F8EA8DA8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20781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5114B-8BE4-493B-8506-1AFFFD01CB6F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D3D3DE-6B5D-4D4E-90E5-294F8EA8DA8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6825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5114B-8BE4-493B-8506-1AFFFD01CB6F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D3D3DE-6B5D-4D4E-90E5-294F8EA8DA8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8140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5114B-8BE4-493B-8506-1AFFFD01CB6F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D3D3DE-6B5D-4D4E-90E5-294F8EA8DA8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3084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e-DE" smtClean="0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5114B-8BE4-493B-8506-1AFFFD01CB6F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D3D3DE-6B5D-4D4E-90E5-294F8EA8DA8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8906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5114B-8BE4-493B-8506-1AFFFD01CB6F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D3D3DE-6B5D-4D4E-90E5-294F8EA8DA8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37961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ita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5114B-8BE4-493B-8506-1AFFFD01CB6F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D3D3DE-6B5D-4D4E-90E5-294F8EA8DA8D}" type="slidenum">
              <a:rPr lang="en-US" smtClean="0"/>
              <a:t>‹Nr.›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548316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nskar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5114B-8BE4-493B-8506-1AFFFD01CB6F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D3D3DE-6B5D-4D4E-90E5-294F8EA8DA8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636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nskarte für Zi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5114B-8BE4-493B-8506-1AFFFD01CB6F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D3D3DE-6B5D-4D4E-90E5-294F8EA8DA8D}" type="slidenum">
              <a:rPr lang="en-US" smtClean="0"/>
              <a:t>‹Nr.›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17090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ahr oder Fals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5114B-8BE4-493B-8506-1AFFFD01CB6F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D3D3DE-6B5D-4D4E-90E5-294F8EA8DA8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0997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5114B-8BE4-493B-8506-1AFFFD01CB6F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D3D3DE-6B5D-4D4E-90E5-294F8EA8DA8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25420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5114B-8BE4-493B-8506-1AFFFD01CB6F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D3D3DE-6B5D-4D4E-90E5-294F8EA8DA8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28271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75114B-8BE4-493B-8506-1AFFFD01CB6F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9ED3D3DE-6B5D-4D4E-90E5-294F8EA8DA8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18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545" y="137708"/>
            <a:ext cx="2562885" cy="713201"/>
          </a:xfrm>
          <a:prstGeom prst="rect">
            <a:avLst/>
          </a:prstGeom>
        </p:spPr>
      </p:pic>
      <p:sp>
        <p:nvSpPr>
          <p:cNvPr id="5" name="Titel 4"/>
          <p:cNvSpPr>
            <a:spLocks noGrp="1"/>
          </p:cNvSpPr>
          <p:nvPr>
            <p:ph type="title"/>
          </p:nvPr>
        </p:nvSpPr>
        <p:spPr>
          <a:xfrm>
            <a:off x="2629887" y="137708"/>
            <a:ext cx="8596668" cy="713201"/>
          </a:xfrm>
        </p:spPr>
        <p:txBody>
          <a:bodyPr/>
          <a:lstStyle/>
          <a:p>
            <a:r>
              <a:rPr lang="en-GB" dirty="0" smtClean="0"/>
              <a:t>Smart-Home-</a:t>
            </a:r>
            <a:r>
              <a:rPr lang="en-GB" dirty="0" err="1" smtClean="0"/>
              <a:t>Lösungen</a:t>
            </a:r>
            <a:endParaRPr lang="en-US" dirty="0"/>
          </a:p>
        </p:txBody>
      </p:sp>
      <p:sp>
        <p:nvSpPr>
          <p:cNvPr id="6" name="Textplatzhalter 5"/>
          <p:cNvSpPr>
            <a:spLocks noGrp="1"/>
          </p:cNvSpPr>
          <p:nvPr>
            <p:ph type="body" idx="1"/>
          </p:nvPr>
        </p:nvSpPr>
        <p:spPr>
          <a:xfrm>
            <a:off x="157544" y="1169537"/>
            <a:ext cx="4185623" cy="576262"/>
          </a:xfrm>
        </p:spPr>
        <p:txBody>
          <a:bodyPr/>
          <a:lstStyle/>
          <a:p>
            <a:r>
              <a:rPr lang="en-GB" dirty="0" err="1" smtClean="0"/>
              <a:t>Produktkategorien</a:t>
            </a:r>
            <a:endParaRPr lang="en-US" dirty="0"/>
          </a:p>
        </p:txBody>
      </p:sp>
      <p:sp>
        <p:nvSpPr>
          <p:cNvPr id="7" name="Inhaltsplatzhalter 6"/>
          <p:cNvSpPr>
            <a:spLocks noGrp="1"/>
          </p:cNvSpPr>
          <p:nvPr>
            <p:ph sz="half" idx="2"/>
          </p:nvPr>
        </p:nvSpPr>
        <p:spPr>
          <a:xfrm>
            <a:off x="843344" y="5106912"/>
            <a:ext cx="4284569" cy="1584582"/>
          </a:xfrm>
        </p:spPr>
        <p:txBody>
          <a:bodyPr>
            <a:noAutofit/>
          </a:bodyPr>
          <a:lstStyle/>
          <a:p>
            <a:r>
              <a:rPr lang="en-GB" sz="1600" dirty="0" err="1" smtClean="0"/>
              <a:t>Besodere</a:t>
            </a:r>
            <a:r>
              <a:rPr lang="en-GB" sz="1600" dirty="0" smtClean="0"/>
              <a:t> </a:t>
            </a:r>
            <a:r>
              <a:rPr lang="en-GB" sz="1600" dirty="0" err="1" smtClean="0"/>
              <a:t>Wertschätzung</a:t>
            </a:r>
            <a:r>
              <a:rPr lang="en-GB" sz="1600" dirty="0" smtClean="0"/>
              <a:t> von </a:t>
            </a:r>
            <a:r>
              <a:rPr lang="en-GB" sz="1600" dirty="0" err="1" smtClean="0"/>
              <a:t>Datencentern</a:t>
            </a:r>
            <a:r>
              <a:rPr lang="en-GB" sz="1600" dirty="0" smtClean="0"/>
              <a:t> in Deutschland</a:t>
            </a:r>
          </a:p>
          <a:p>
            <a:r>
              <a:rPr lang="en-GB" sz="1600" dirty="0" err="1" smtClean="0"/>
              <a:t>Datensicherheit</a:t>
            </a:r>
            <a:r>
              <a:rPr lang="en-GB" sz="1600" dirty="0" smtClean="0"/>
              <a:t> </a:t>
            </a:r>
            <a:r>
              <a:rPr lang="en-GB" sz="1600" dirty="0" err="1" smtClean="0"/>
              <a:t>durch</a:t>
            </a:r>
            <a:r>
              <a:rPr lang="en-GB" sz="1600" dirty="0" smtClean="0"/>
              <a:t> </a:t>
            </a:r>
            <a:r>
              <a:rPr lang="en-GB" sz="1600" dirty="0" err="1" smtClean="0"/>
              <a:t>kryptografische</a:t>
            </a:r>
            <a:r>
              <a:rPr lang="en-GB" sz="1600" dirty="0" smtClean="0"/>
              <a:t> </a:t>
            </a:r>
            <a:r>
              <a:rPr lang="en-GB" sz="1600" dirty="0" err="1" smtClean="0"/>
              <a:t>Methoden</a:t>
            </a:r>
            <a:r>
              <a:rPr lang="en-GB" sz="1600" dirty="0" smtClean="0"/>
              <a:t> </a:t>
            </a:r>
            <a:r>
              <a:rPr lang="en-GB" sz="1600" dirty="0" err="1" smtClean="0"/>
              <a:t>sichergestellt</a:t>
            </a:r>
            <a:endParaRPr lang="en-GB" sz="1600" dirty="0" smtClean="0"/>
          </a:p>
        </p:txBody>
      </p:sp>
      <p:sp>
        <p:nvSpPr>
          <p:cNvPr id="8" name="Textplatzhalter 7"/>
          <p:cNvSpPr>
            <a:spLocks noGrp="1"/>
          </p:cNvSpPr>
          <p:nvPr>
            <p:ph type="body" sz="quarter" idx="3"/>
          </p:nvPr>
        </p:nvSpPr>
        <p:spPr>
          <a:xfrm>
            <a:off x="4343167" y="1169537"/>
            <a:ext cx="6784440" cy="576262"/>
          </a:xfrm>
        </p:spPr>
        <p:txBody>
          <a:bodyPr/>
          <a:lstStyle/>
          <a:p>
            <a:r>
              <a:rPr lang="en-GB" dirty="0" err="1" smtClean="0"/>
              <a:t>Übertragungsprotokolle</a:t>
            </a:r>
            <a:r>
              <a:rPr lang="en-GB" dirty="0" smtClean="0"/>
              <a:t> und Interop</a:t>
            </a:r>
            <a:endParaRPr lang="en-US" dirty="0"/>
          </a:p>
        </p:txBody>
      </p:sp>
      <p:sp>
        <p:nvSpPr>
          <p:cNvPr id="9" name="Inhaltsplatzhalter 8"/>
          <p:cNvSpPr>
            <a:spLocks noGrp="1"/>
          </p:cNvSpPr>
          <p:nvPr>
            <p:ph sz="quarter" idx="4"/>
          </p:nvPr>
        </p:nvSpPr>
        <p:spPr>
          <a:xfrm>
            <a:off x="4343173" y="1745800"/>
            <a:ext cx="4185617" cy="1119976"/>
          </a:xfrm>
        </p:spPr>
        <p:txBody>
          <a:bodyPr>
            <a:normAutofit/>
          </a:bodyPr>
          <a:lstStyle/>
          <a:p>
            <a:r>
              <a:rPr lang="en-GB" sz="1600" dirty="0" err="1" smtClean="0"/>
              <a:t>Zigbee</a:t>
            </a:r>
            <a:r>
              <a:rPr lang="en-GB" sz="1600" dirty="0" smtClean="0"/>
              <a:t> (</a:t>
            </a:r>
            <a:r>
              <a:rPr lang="en-GB" sz="1600" dirty="0" err="1" smtClean="0"/>
              <a:t>alte</a:t>
            </a:r>
            <a:r>
              <a:rPr lang="en-GB" sz="1600" dirty="0" smtClean="0"/>
              <a:t> </a:t>
            </a:r>
            <a:r>
              <a:rPr lang="en-GB" sz="1600" dirty="0" err="1" smtClean="0"/>
              <a:t>Geräte</a:t>
            </a:r>
            <a:r>
              <a:rPr lang="en-GB" sz="1600" dirty="0" smtClean="0"/>
              <a:t>)</a:t>
            </a:r>
          </a:p>
          <a:p>
            <a:r>
              <a:rPr lang="en-GB" sz="1600" dirty="0" smtClean="0"/>
              <a:t>Matter (</a:t>
            </a:r>
            <a:r>
              <a:rPr lang="en-GB" sz="1600" dirty="0" err="1" smtClean="0"/>
              <a:t>neuere</a:t>
            </a:r>
            <a:r>
              <a:rPr lang="en-GB" sz="1600" dirty="0" smtClean="0"/>
              <a:t> </a:t>
            </a:r>
            <a:r>
              <a:rPr lang="en-GB" sz="1600" dirty="0" err="1" smtClean="0"/>
              <a:t>Geräte</a:t>
            </a:r>
            <a:r>
              <a:rPr lang="en-GB" sz="1600" dirty="0" smtClean="0"/>
              <a:t>) </a:t>
            </a:r>
            <a:r>
              <a:rPr lang="en-DE" sz="1600" dirty="0" smtClean="0">
                <a:sym typeface="Wingdings" panose="05000000000000000000" pitchFamily="2" charset="2"/>
              </a:rPr>
              <a:t></a:t>
            </a:r>
            <a:r>
              <a:rPr lang="en-GB" sz="1600" dirty="0" smtClean="0">
                <a:sym typeface="Wingdings" panose="05000000000000000000" pitchFamily="2" charset="2"/>
              </a:rPr>
              <a:t> </a:t>
            </a:r>
            <a:r>
              <a:rPr lang="en-GB" sz="1600" dirty="0" err="1" smtClean="0">
                <a:sym typeface="Wingdings" panose="05000000000000000000" pitchFamily="2" charset="2"/>
              </a:rPr>
              <a:t>universell</a:t>
            </a:r>
            <a:r>
              <a:rPr lang="en-GB" sz="1600" dirty="0" smtClean="0">
                <a:sym typeface="Wingdings" panose="05000000000000000000" pitchFamily="2" charset="2"/>
              </a:rPr>
              <a:t> </a:t>
            </a:r>
            <a:r>
              <a:rPr lang="en-GB" sz="1600" dirty="0" err="1" smtClean="0">
                <a:sym typeface="Wingdings" panose="05000000000000000000" pitchFamily="2" charset="2"/>
              </a:rPr>
              <a:t>Kompatibel</a:t>
            </a:r>
            <a:endParaRPr lang="en-GB" sz="1600" dirty="0" smtClean="0">
              <a:sym typeface="Wingdings" panose="05000000000000000000" pitchFamily="2" charset="2"/>
            </a:endParaRPr>
          </a:p>
        </p:txBody>
      </p:sp>
      <p:sp>
        <p:nvSpPr>
          <p:cNvPr id="10" name="Textfeld 9"/>
          <p:cNvSpPr txBox="1"/>
          <p:nvPr/>
        </p:nvSpPr>
        <p:spPr>
          <a:xfrm rot="16200000">
            <a:off x="9241549" y="2645039"/>
            <a:ext cx="56239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1200" dirty="0" err="1" smtClean="0"/>
              <a:t>Rühe</a:t>
            </a:r>
            <a:r>
              <a:rPr lang="en-GB" sz="1200" dirty="0" smtClean="0"/>
              <a:t>, Vierkorn, FI-B43, OSZIMT, </a:t>
            </a:r>
            <a:r>
              <a:rPr lang="en-GB" sz="1200" dirty="0" err="1" smtClean="0"/>
              <a:t>visitberlin</a:t>
            </a:r>
            <a:r>
              <a:rPr lang="en-GB" sz="1200" dirty="0" smtClean="0"/>
              <a:t> &amp; </a:t>
            </a:r>
            <a:r>
              <a:rPr lang="en-GB" sz="1200" dirty="0" err="1" smtClean="0"/>
              <a:t>Strato</a:t>
            </a:r>
            <a:r>
              <a:rPr lang="en-GB" sz="1200" dirty="0" smtClean="0"/>
              <a:t> GmbH, 19.09.2025</a:t>
            </a:r>
            <a:endParaRPr lang="en-US" sz="1200" dirty="0"/>
          </a:p>
        </p:txBody>
      </p:sp>
      <p:sp>
        <p:nvSpPr>
          <p:cNvPr id="11" name="Textfeld 10"/>
          <p:cNvSpPr txBox="1"/>
          <p:nvPr/>
        </p:nvSpPr>
        <p:spPr>
          <a:xfrm>
            <a:off x="157544" y="864799"/>
            <a:ext cx="105815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 smtClean="0"/>
              <a:t>Bosch (</a:t>
            </a:r>
            <a:r>
              <a:rPr lang="en-GB" sz="1200" dirty="0" err="1" smtClean="0"/>
              <a:t>gegründet</a:t>
            </a:r>
            <a:r>
              <a:rPr lang="en-GB" sz="1200" dirty="0" smtClean="0"/>
              <a:t> 1886) </a:t>
            </a:r>
            <a:r>
              <a:rPr lang="en-GB" sz="1200" dirty="0" err="1" smtClean="0"/>
              <a:t>stellt</a:t>
            </a:r>
            <a:r>
              <a:rPr lang="en-GB" sz="1200" dirty="0" smtClean="0"/>
              <a:t> Smart-Home-</a:t>
            </a:r>
            <a:r>
              <a:rPr lang="en-GB" sz="1200" dirty="0" err="1" smtClean="0"/>
              <a:t>Bausteine</a:t>
            </a:r>
            <a:r>
              <a:rPr lang="en-GB" sz="1200" dirty="0" smtClean="0"/>
              <a:t> </a:t>
            </a:r>
            <a:r>
              <a:rPr lang="en-GB" sz="1200" dirty="0" err="1" smtClean="0"/>
              <a:t>für</a:t>
            </a:r>
            <a:r>
              <a:rPr lang="en-GB" sz="1200" dirty="0" smtClean="0"/>
              <a:t> </a:t>
            </a:r>
            <a:r>
              <a:rPr lang="en-GB" sz="1200" dirty="0" err="1" smtClean="0"/>
              <a:t>Privathaushalte</a:t>
            </a:r>
            <a:r>
              <a:rPr lang="en-GB" sz="1200" dirty="0" smtClean="0"/>
              <a:t> </a:t>
            </a:r>
            <a:r>
              <a:rPr lang="en-GB" sz="1200" dirty="0" err="1" smtClean="0"/>
              <a:t>sowie</a:t>
            </a:r>
            <a:r>
              <a:rPr lang="en-GB" sz="1200" dirty="0" smtClean="0"/>
              <a:t> </a:t>
            </a:r>
            <a:r>
              <a:rPr lang="en-GB" sz="1200" dirty="0" err="1" smtClean="0"/>
              <a:t>Gebäudesystemtechnik</a:t>
            </a:r>
            <a:r>
              <a:rPr lang="en-GB" sz="1200" dirty="0" smtClean="0"/>
              <a:t> </a:t>
            </a:r>
            <a:r>
              <a:rPr lang="en-GB" sz="1200" dirty="0" err="1" smtClean="0"/>
              <a:t>für</a:t>
            </a:r>
            <a:r>
              <a:rPr lang="en-GB" sz="1200" dirty="0" smtClean="0"/>
              <a:t> </a:t>
            </a:r>
            <a:r>
              <a:rPr lang="en-GB" sz="1200" dirty="0" err="1" smtClean="0"/>
              <a:t>professionelle</a:t>
            </a:r>
            <a:r>
              <a:rPr lang="en-GB" sz="1200" dirty="0" smtClean="0"/>
              <a:t> </a:t>
            </a:r>
            <a:r>
              <a:rPr lang="en-GB" sz="1200" dirty="0" err="1" smtClean="0"/>
              <a:t>Installationen</a:t>
            </a:r>
            <a:r>
              <a:rPr lang="en-GB" sz="1200" dirty="0" smtClean="0"/>
              <a:t> her.</a:t>
            </a:r>
            <a:endParaRPr lang="en-US" sz="1200" dirty="0"/>
          </a:p>
        </p:txBody>
      </p:sp>
      <p:sp>
        <p:nvSpPr>
          <p:cNvPr id="21" name="Inhaltsplatzhalter 6"/>
          <p:cNvSpPr txBox="1">
            <a:spLocks/>
          </p:cNvSpPr>
          <p:nvPr/>
        </p:nvSpPr>
        <p:spPr>
          <a:xfrm>
            <a:off x="157544" y="1748747"/>
            <a:ext cx="4284569" cy="330411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600" dirty="0" smtClean="0"/>
              <a:t>Alarm- und </a:t>
            </a:r>
            <a:r>
              <a:rPr lang="en-GB" sz="1600" dirty="0" err="1" smtClean="0"/>
              <a:t>Sicherheitssysteme</a:t>
            </a:r>
            <a:endParaRPr lang="en-GB" sz="1600" dirty="0" smtClean="0"/>
          </a:p>
          <a:p>
            <a:r>
              <a:rPr lang="en-GB" sz="1600" dirty="0" smtClean="0"/>
              <a:t>Brand- und </a:t>
            </a:r>
            <a:r>
              <a:rPr lang="en-GB" sz="1600" dirty="0" err="1" smtClean="0"/>
              <a:t>Wasserschadenseingrenzung</a:t>
            </a:r>
            <a:endParaRPr lang="en-GB" sz="1600" dirty="0" smtClean="0"/>
          </a:p>
          <a:p>
            <a:r>
              <a:rPr lang="en-GB" sz="1600" dirty="0" err="1" smtClean="0"/>
              <a:t>Beleuchtungssystemautomatisierung</a:t>
            </a:r>
            <a:endParaRPr lang="en-GB" sz="1600" dirty="0" smtClean="0"/>
          </a:p>
          <a:p>
            <a:r>
              <a:rPr lang="en-GB" sz="1600" dirty="0" err="1" smtClean="0"/>
              <a:t>Beschattungssysteme</a:t>
            </a:r>
            <a:endParaRPr lang="en-GB" sz="1600" dirty="0" smtClean="0"/>
          </a:p>
          <a:p>
            <a:r>
              <a:rPr lang="en-GB" sz="1600" dirty="0" err="1" smtClean="0"/>
              <a:t>Heizsystemerweiterungen</a:t>
            </a:r>
            <a:endParaRPr lang="en-GB" sz="1600" dirty="0" smtClean="0"/>
          </a:p>
          <a:p>
            <a:r>
              <a:rPr lang="en-GB" sz="1600" dirty="0" err="1" smtClean="0"/>
              <a:t>Raumklimasteuerung</a:t>
            </a:r>
            <a:endParaRPr lang="en-GB" sz="1600" dirty="0" smtClean="0"/>
          </a:p>
          <a:p>
            <a:r>
              <a:rPr lang="en-GB" sz="1600" dirty="0" err="1" smtClean="0"/>
              <a:t>Luftqualitätsmessung</a:t>
            </a:r>
            <a:endParaRPr lang="en-GB" sz="1600" dirty="0" smtClean="0"/>
          </a:p>
        </p:txBody>
      </p:sp>
      <p:sp>
        <p:nvSpPr>
          <p:cNvPr id="22" name="Textplatzhalter 5"/>
          <p:cNvSpPr txBox="1">
            <a:spLocks/>
          </p:cNvSpPr>
          <p:nvPr/>
        </p:nvSpPr>
        <p:spPr>
          <a:xfrm>
            <a:off x="843344" y="4530650"/>
            <a:ext cx="4185623" cy="57626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400" b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 err="1" smtClean="0"/>
              <a:t>Datensicherheit</a:t>
            </a:r>
            <a:endParaRPr lang="en-US" dirty="0"/>
          </a:p>
        </p:txBody>
      </p:sp>
      <p:pic>
        <p:nvPicPr>
          <p:cNvPr id="24" name="Grafik 2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8741" y="2927307"/>
            <a:ext cx="7375206" cy="4148554"/>
          </a:xfrm>
          <a:prstGeom prst="rect">
            <a:avLst/>
          </a:prstGeom>
        </p:spPr>
      </p:pic>
      <p:sp>
        <p:nvSpPr>
          <p:cNvPr id="2" name="Textfeld 1"/>
          <p:cNvSpPr txBox="1"/>
          <p:nvPr/>
        </p:nvSpPr>
        <p:spPr>
          <a:xfrm>
            <a:off x="10969087" y="6596390"/>
            <a:ext cx="226777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 err="1" smtClean="0"/>
              <a:t>Bildquelle</a:t>
            </a:r>
            <a:r>
              <a:rPr lang="en-GB" sz="1100" dirty="0" smtClean="0"/>
              <a:t>: Bosch</a:t>
            </a:r>
            <a:endParaRPr lang="en-US" sz="1100" dirty="0"/>
          </a:p>
        </p:txBody>
      </p:sp>
      <p:pic>
        <p:nvPicPr>
          <p:cNvPr id="13" name="Grafik 1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49556" y="116251"/>
            <a:ext cx="965445" cy="308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48951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te">
  <a:themeElements>
    <a:clrScheme name="Benutzerdefiniert 1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FF0000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Facette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t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TM02900688[[fn=Facette]]</Template>
  <TotalTime>0</TotalTime>
  <Words>74</Words>
  <Application>Microsoft Office PowerPoint</Application>
  <PresentationFormat>Breitbild</PresentationFormat>
  <Paragraphs>18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6" baseType="lpstr">
      <vt:lpstr>Arial</vt:lpstr>
      <vt:lpstr>Trebuchet MS</vt:lpstr>
      <vt:lpstr>Wingdings</vt:lpstr>
      <vt:lpstr>Wingdings 3</vt:lpstr>
      <vt:lpstr>Facette</vt:lpstr>
      <vt:lpstr>Smart-Home-Lösungen</vt:lpstr>
    </vt:vector>
  </TitlesOfParts>
  <Company>9hax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Lydia Vierkorn</dc:creator>
  <cp:lastModifiedBy>Lydia Vierkorn</cp:lastModifiedBy>
  <cp:revision>10</cp:revision>
  <dcterms:created xsi:type="dcterms:W3CDTF">2025-09-19T06:48:24Z</dcterms:created>
  <dcterms:modified xsi:type="dcterms:W3CDTF">2025-09-19T09:59:59Z</dcterms:modified>
</cp:coreProperties>
</file>